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7" r:id="rId4"/>
    <p:sldId id="26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0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9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0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2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4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83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7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36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DFD24-2ACC-49DB-8D87-02B6FEA69FAB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Лабораторная работа </a:t>
            </a:r>
            <a:r>
              <a:rPr lang="ru-RU" dirty="0" smtClean="0"/>
              <a:t>№1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</a:p>
          <a:p>
            <a:r>
              <a:rPr lang="ru-RU" dirty="0" smtClean="0"/>
              <a:t>Гусев В.Я.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8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741043" y="1828800"/>
            <a:ext cx="52549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solidFill>
                  <a:srgbClr val="444444"/>
                </a:solidFill>
                <a:latin typeface="-apple-system"/>
              </a:rPr>
              <a:t>Провести </a:t>
            </a:r>
            <a:r>
              <a:rPr lang="ru-RU" sz="2400" dirty="0">
                <a:solidFill>
                  <a:srgbClr val="444444"/>
                </a:solidFill>
                <a:latin typeface="-apple-system"/>
              </a:rPr>
              <a:t>анализ рынка программных решений, предназначенных для обработки данных аэрофотосъемки и космической съемки для картографических работ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552708" y="0"/>
            <a:ext cx="601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Цель работы</a:t>
            </a:r>
            <a:endParaRPr lang="ru-RU" sz="2800" b="1" dirty="0"/>
          </a:p>
        </p:txBody>
      </p:sp>
      <p:pic>
        <p:nvPicPr>
          <p:cNvPr id="1026" name="Picture 2" descr="Как провести анализ рынка и получить требуемый результат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65" y="1462082"/>
            <a:ext cx="5085144" cy="381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39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559707" y="1373600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000" dirty="0"/>
              <a:t>В настоящее время распространено широкое применение беспилотных летательных аппаратов (БПЛА) в фотограмметрических целях. Преимуществом БПЛА является их невысокая стоимость и оперативная организация полета, поэтому они очень востребованы при проектировании объектов строительства и др. В зависимости от материала, полученного при помощи (БПЛА), создаются детальные 3D модели местности, матрицы высот и </a:t>
            </a:r>
            <a:r>
              <a:rPr lang="ru-RU" sz="2000" dirty="0" err="1"/>
              <a:t>ортофотопланы</a:t>
            </a:r>
            <a:r>
              <a:rPr lang="ru-RU" sz="2000" dirty="0"/>
              <a:t>. Данные, полученные в результате съемки, подлежит фотограмметрической обработке с помощью автоматизированного программного обеспечения.</a:t>
            </a:r>
          </a:p>
        </p:txBody>
      </p:sp>
      <p:pic>
        <p:nvPicPr>
          <p:cNvPr id="2050" name="Picture 2" descr="Беспилотный летательный аппарат — Википед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70" y="1751704"/>
            <a:ext cx="5023411" cy="333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541133" y="0"/>
            <a:ext cx="601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Фотограмметрия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108996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479734" y="0"/>
            <a:ext cx="7624965" cy="865208"/>
          </a:xfrm>
        </p:spPr>
        <p:txBody>
          <a:bodyPr/>
          <a:lstStyle/>
          <a:p>
            <a:r>
              <a:rPr lang="en-US" dirty="0" err="1"/>
              <a:t>AgiSoftPhotoscan</a:t>
            </a:r>
            <a:endParaRPr lang="ru-RU" dirty="0"/>
          </a:p>
        </p:txBody>
      </p:sp>
      <p:pic>
        <p:nvPicPr>
          <p:cNvPr id="3074" name="Picture 2" descr="Скачать Agisoft PhotoScan Professional 1.4.3 торрент бесплатн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98" y="1471170"/>
            <a:ext cx="5981028" cy="382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960243" y="1538439"/>
            <a:ext cx="478806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/>
              <a:t>AgiSoftPhotoscan</a:t>
            </a:r>
            <a:r>
              <a:rPr lang="ru-RU" dirty="0"/>
              <a:t> — это программное обеспечение для фотограмметрической обработки материалов аэрофотосъемки, позволяющее создавать 3D модели, </a:t>
            </a:r>
            <a:r>
              <a:rPr lang="ru-RU" dirty="0" err="1"/>
              <a:t>ортофотопланы</a:t>
            </a:r>
            <a:r>
              <a:rPr lang="ru-RU" dirty="0"/>
              <a:t> и ЦММ. Эти данные можно использовать в ГИС-приложениях для создания визуальных эффектов, а также для измерения объектов. </a:t>
            </a:r>
            <a:r>
              <a:rPr lang="ru-RU" dirty="0" err="1"/>
              <a:t>AgiSoft</a:t>
            </a:r>
            <a:r>
              <a:rPr lang="ru-RU" dirty="0"/>
              <a:t> обеспечивает отличные результаты сканирования и имеет удобный интерфейс. У программного обеспечения </a:t>
            </a:r>
            <a:r>
              <a:rPr lang="ru-RU" dirty="0" err="1"/>
              <a:t>AgiSoft</a:t>
            </a:r>
            <a:r>
              <a:rPr lang="ru-RU" dirty="0"/>
              <a:t> нет ограничений на количество изображений, т.е. это зависит только от вашего компьютера</a:t>
            </a:r>
          </a:p>
        </p:txBody>
      </p:sp>
    </p:spTree>
    <p:extLst>
      <p:ext uri="{BB962C8B-B14F-4D97-AF65-F5344CB8AC3E}">
        <p14:creationId xmlns:p14="http://schemas.microsoft.com/office/powerpoint/2010/main" val="428820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1772" y="6090213"/>
            <a:ext cx="5995687" cy="76778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Интерфейс </a:t>
            </a:r>
            <a:r>
              <a:rPr lang="ru-RU" dirty="0"/>
              <a:t>программы </a:t>
            </a:r>
            <a:r>
              <a:rPr lang="en-US" dirty="0" err="1"/>
              <a:t>AgiSoftPhotoscan</a:t>
            </a:r>
            <a:endParaRPr lang="ru-RU" dirty="0"/>
          </a:p>
        </p:txBody>
      </p:sp>
      <p:pic>
        <p:nvPicPr>
          <p:cNvPr id="4100" name="Picture 4" descr="Download Agisoft PhotoScan Professional ma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539" y="337595"/>
            <a:ext cx="9034785" cy="575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60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479734" y="0"/>
            <a:ext cx="7624965" cy="865208"/>
          </a:xfrm>
        </p:spPr>
        <p:txBody>
          <a:bodyPr/>
          <a:lstStyle/>
          <a:p>
            <a:r>
              <a:rPr lang="ru-RU" dirty="0" err="1"/>
              <a:t>RealityCapture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775048" y="2267644"/>
            <a:ext cx="478806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/>
              <a:t>RealityCapture</a:t>
            </a:r>
            <a:r>
              <a:rPr lang="ru-RU" dirty="0"/>
              <a:t> — это программное обеспечение, которое обрабатывает данные гораздо быстрее и управляет огромным количеством изображений. Главное преимущество </a:t>
            </a:r>
            <a:r>
              <a:rPr lang="ru-RU" dirty="0" err="1"/>
              <a:t>RealityCapture</a:t>
            </a:r>
            <a:r>
              <a:rPr lang="ru-RU" dirty="0"/>
              <a:t> заключается в том, что оно может выстраивать изображения за несколько секунд даже на ноутбуке, если в нем есть графический процессор </a:t>
            </a:r>
            <a:r>
              <a:rPr lang="ru-RU" dirty="0" err="1"/>
              <a:t>NVidia</a:t>
            </a:r>
            <a:r>
              <a:rPr lang="ru-RU" dirty="0"/>
              <a:t>. Результат можно посмотреть на месте съемки и убедиться, что изображений достаточно.</a:t>
            </a:r>
          </a:p>
        </p:txBody>
      </p:sp>
      <p:pic>
        <p:nvPicPr>
          <p:cNvPr id="8194" name="Picture 2" descr="RealityCapture - Toolfar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09" y="1182673"/>
            <a:ext cx="5411848" cy="541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98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1772" y="6090213"/>
            <a:ext cx="5995687" cy="76778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Интерфейс </a:t>
            </a:r>
            <a:r>
              <a:rPr lang="ru-RU" dirty="0"/>
              <a:t>программы </a:t>
            </a:r>
            <a:r>
              <a:rPr lang="ru-RU" dirty="0" err="1"/>
              <a:t>RealityCapture</a:t>
            </a:r>
            <a:endParaRPr lang="ru-RU" dirty="0"/>
          </a:p>
        </p:txBody>
      </p:sp>
      <p:pic>
        <p:nvPicPr>
          <p:cNvPr id="7170" name="Picture 2" descr="Capturing Reality licenses images instead of software - SPAR 3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815" y="252673"/>
            <a:ext cx="9753600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12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479734" y="0"/>
            <a:ext cx="7624965" cy="865208"/>
          </a:xfrm>
        </p:spPr>
        <p:txBody>
          <a:bodyPr/>
          <a:lstStyle/>
          <a:p>
            <a:r>
              <a:rPr lang="ru-RU" dirty="0" err="1"/>
              <a:t>TrimbleUASMaster</a:t>
            </a:r>
            <a:endParaRPr lang="ru-RU" dirty="0"/>
          </a:p>
        </p:txBody>
      </p:sp>
      <p:pic>
        <p:nvPicPr>
          <p:cNvPr id="6150" name="Picture 6" descr="Welcome to Amigo Opti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10" y="1319017"/>
            <a:ext cx="6238875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103454" y="2858946"/>
            <a:ext cx="110885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/>
              <a:t>TrimbleUASMaster</a:t>
            </a:r>
            <a:r>
              <a:rPr lang="ru-RU" dirty="0"/>
              <a:t> — это программное обеспечение является наиболее подходящим инструментом для полной обработки данных, полученных с БПЛА. </a:t>
            </a:r>
            <a:r>
              <a:rPr lang="ru-RU" dirty="0" err="1"/>
              <a:t>UASMaster</a:t>
            </a:r>
            <a:r>
              <a:rPr lang="ru-RU" dirty="0"/>
              <a:t> содержит новейшую технологию для фотограмметрической обработки данных. Программное обеспечение </a:t>
            </a:r>
            <a:r>
              <a:rPr lang="ru-RU" dirty="0" err="1"/>
              <a:t>UASMaster</a:t>
            </a:r>
            <a:r>
              <a:rPr lang="ru-RU" dirty="0"/>
              <a:t> легко интегрируется в программную линейку INPHO, а также в фотограмметрический процессор других программных продуктов. Его преимущество состоит в очень понятном рабочем интерфейсе, способном обрабатывать данные, получаемые с БПЛА почти любых производителей. ПО </a:t>
            </a:r>
            <a:r>
              <a:rPr lang="ru-RU" dirty="0" err="1"/>
              <a:t>UASMaster</a:t>
            </a:r>
            <a:r>
              <a:rPr lang="ru-RU" dirty="0"/>
              <a:t> может работать с данными, полученными как с аппаратов с неподвижными крыльями, так и с геликоптеров. Предусмотрено выполнение полностью автоматического процесса </a:t>
            </a:r>
            <a:r>
              <a:rPr lang="ru-RU" dirty="0" err="1"/>
              <a:t>геопривязки</a:t>
            </a:r>
            <a:r>
              <a:rPr lang="ru-RU" dirty="0"/>
              <a:t>, калибровки камеры, построения облака точек и </a:t>
            </a:r>
            <a:r>
              <a:rPr lang="ru-RU" dirty="0" err="1"/>
              <a:t>ортомозаик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835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1772" y="6090213"/>
            <a:ext cx="5995687" cy="76778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Интерфейс </a:t>
            </a:r>
            <a:r>
              <a:rPr lang="ru-RU" dirty="0"/>
              <a:t>программы </a:t>
            </a:r>
            <a:r>
              <a:rPr lang="ru-RU" dirty="0" err="1"/>
              <a:t>TrimbleUASMaster</a:t>
            </a:r>
            <a:endParaRPr lang="ru-RU" dirty="0"/>
          </a:p>
        </p:txBody>
      </p:sp>
      <p:pic>
        <p:nvPicPr>
          <p:cNvPr id="5122" name="Picture 2" descr="Trimble Inpho UASMaster v7.1.3.51242 Keygen Serial - jyvsof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115" y="356162"/>
            <a:ext cx="9525000" cy="573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938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479734" y="0"/>
            <a:ext cx="7624965" cy="865208"/>
          </a:xfrm>
        </p:spPr>
        <p:txBody>
          <a:bodyPr/>
          <a:lstStyle/>
          <a:p>
            <a:r>
              <a:rPr lang="ru-RU" dirty="0"/>
              <a:t>Pix4D </a:t>
            </a:r>
            <a:r>
              <a:rPr lang="ru-RU" dirty="0" err="1"/>
              <a:t>Solutions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92216" y="1281682"/>
            <a:ext cx="588379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Pix4D </a:t>
            </a:r>
            <a:r>
              <a:rPr lang="ru-RU" sz="2000" dirty="0" err="1"/>
              <a:t>Solutions</a:t>
            </a:r>
            <a:r>
              <a:rPr lang="ru-RU" sz="2000" dirty="0"/>
              <a:t> — линейка программных продуктов швейцарского разработчика Pix4D, которая используется для обработки аэрофотоснимков и получения высокоточных </a:t>
            </a:r>
            <a:r>
              <a:rPr lang="ru-RU" sz="2000" dirty="0" err="1"/>
              <a:t>ортофотопланов</a:t>
            </a:r>
            <a:r>
              <a:rPr lang="ru-RU" sz="2000" dirty="0"/>
              <a:t>, 3Dмоделей, ЦММ, ЦМР, карт отражений и карт индексов. Программное обеспечение Pix4D может применяться для оценки объемов земляных работ, создания NDVI-карт для точного земледелия и добычи полезных ископаемых. Обработка в Pix4D находит применение и для выявления изменений ландшафта, а также для ликвидации последствий чрезвычайных ситуаций. Сферы применения ПО Pix4D — это строительство, кадастр, контроль над состоянием окружающей среды, земледелие, аэрофотограмметрия, недвижимость.</a:t>
            </a:r>
          </a:p>
        </p:txBody>
      </p:sp>
      <p:pic>
        <p:nvPicPr>
          <p:cNvPr id="10242" name="Picture 2" descr="Pix4D | Geo-matching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15" y="457751"/>
            <a:ext cx="5949387" cy="594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88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1772" y="6090213"/>
            <a:ext cx="5995687" cy="76778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Интерфейс </a:t>
            </a:r>
            <a:r>
              <a:rPr lang="ru-RU" dirty="0"/>
              <a:t>программы Pix4D </a:t>
            </a:r>
            <a:r>
              <a:rPr lang="ru-RU" dirty="0" err="1"/>
              <a:t>Solutions</a:t>
            </a:r>
            <a:r>
              <a:rPr lang="ru-RU" dirty="0"/>
              <a:t> </a:t>
            </a:r>
          </a:p>
        </p:txBody>
      </p:sp>
      <p:pic>
        <p:nvPicPr>
          <p:cNvPr id="9218" name="Picture 2" descr="ПО для обработки данных БПЛА Pix4D mapp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868" y="467508"/>
            <a:ext cx="8481494" cy="545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57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5886" y="0"/>
            <a:ext cx="9245421" cy="63371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Сравнительная таблица ПО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67" y="1789608"/>
            <a:ext cx="10962482" cy="29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98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Параллакс</Template>
  <TotalTime>53</TotalTime>
  <Words>443</Words>
  <Application>Microsoft Office PowerPoint</Application>
  <PresentationFormat>Широкоэкранный</PresentationFormat>
  <Paragraphs>20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-apple-system</vt:lpstr>
      <vt:lpstr>Arial</vt:lpstr>
      <vt:lpstr>Corbel</vt:lpstr>
      <vt:lpstr>Параллакс</vt:lpstr>
      <vt:lpstr>Лабораторная работа №1</vt:lpstr>
      <vt:lpstr>Презентация PowerPoint</vt:lpstr>
      <vt:lpstr>Презентация PowerPoint</vt:lpstr>
      <vt:lpstr>AgiSoftPhotoscan</vt:lpstr>
      <vt:lpstr>Презентация PowerPoint</vt:lpstr>
      <vt:lpstr>RealityCapture</vt:lpstr>
      <vt:lpstr>Презентация PowerPoint</vt:lpstr>
      <vt:lpstr>TrimbleUASMaster</vt:lpstr>
      <vt:lpstr>Презентация PowerPoint</vt:lpstr>
      <vt:lpstr>Pix4D Solutions</vt:lpstr>
      <vt:lpstr>Презентация PowerPoint</vt:lpstr>
      <vt:lpstr>Сравнительная таблица ПО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</dc:title>
  <dc:creator>Пользователь Windows</dc:creator>
  <cp:lastModifiedBy>Пользователь Windows</cp:lastModifiedBy>
  <cp:revision>10</cp:revision>
  <dcterms:created xsi:type="dcterms:W3CDTF">2020-12-09T20:42:03Z</dcterms:created>
  <dcterms:modified xsi:type="dcterms:W3CDTF">2021-02-23T19:00:45Z</dcterms:modified>
</cp:coreProperties>
</file>