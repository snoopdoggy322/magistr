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65" r:id="rId4"/>
    <p:sldId id="266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3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3091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548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75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816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46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099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461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016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14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227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248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919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783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47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5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9367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206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730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47777" y="1380068"/>
            <a:ext cx="9755246" cy="2616199"/>
          </a:xfrm>
        </p:spPr>
        <p:txBody>
          <a:bodyPr/>
          <a:lstStyle/>
          <a:p>
            <a:r>
              <a:rPr lang="ru-RU" dirty="0" smtClean="0"/>
              <a:t>Лабораторная работа №2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Выполнил:</a:t>
            </a:r>
          </a:p>
          <a:p>
            <a:r>
              <a:rPr lang="ru-RU" dirty="0" smtClean="0"/>
              <a:t>Гусев В.Я.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1859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smtClean="0"/>
              <a:t>Задание 1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23391" y="582225"/>
            <a:ext cx="1182932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Используя рассмотренное программное обеспечение создать копию дизайна любой понравившейся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-страницы.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707" y="1090056"/>
            <a:ext cx="8375336" cy="557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94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9272" y="582225"/>
            <a:ext cx="1182932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Используя рассмотренное программное обеспечение создать копию дизайна любой понравившейся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-страницы.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108855" y="1418366"/>
            <a:ext cx="10222632" cy="47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269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/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84309" y="1903070"/>
            <a:ext cx="10018713" cy="3124201"/>
          </a:xfrm>
        </p:spPr>
        <p:txBody>
          <a:bodyPr/>
          <a:lstStyle/>
          <a:p>
            <a:r>
              <a:rPr lang="ru-RU" dirty="0"/>
              <a:t>В ходе выполнения лабораторной работы были изучены основные методики создания графического пользовательского интерфейса. Приобретены навыки разработки интерфейса пользователя для приложений. А также научиться подбирать цветовые палитры под заданные образы и получено представление о возможностях цвета в реально существующих объектах.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41750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араллакс">
  <a:themeElements>
    <a:clrScheme name="Параллакс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Параллакс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Параллакс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Параллакс</Template>
  <TotalTime>54</TotalTime>
  <Words>78</Words>
  <Application>Microsoft Office PowerPoint</Application>
  <PresentationFormat>Широкоэкранный</PresentationFormat>
  <Paragraphs>9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Corbel</vt:lpstr>
      <vt:lpstr>Times New Roman</vt:lpstr>
      <vt:lpstr>Параллакс</vt:lpstr>
      <vt:lpstr>Лабораторная работа №2</vt:lpstr>
      <vt:lpstr>Задание 1</vt:lpstr>
      <vt:lpstr>Задание 2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Лр 1</dc:title>
  <dc:creator>Пользователь Windows</dc:creator>
  <cp:lastModifiedBy>Пользователь Windows</cp:lastModifiedBy>
  <cp:revision>8</cp:revision>
  <dcterms:created xsi:type="dcterms:W3CDTF">2020-12-09T20:42:03Z</dcterms:created>
  <dcterms:modified xsi:type="dcterms:W3CDTF">2020-12-24T09:01:08Z</dcterms:modified>
</cp:coreProperties>
</file>