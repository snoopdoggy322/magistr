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3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09.12.2020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3091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09.12.2020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3548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09.12.2020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2751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09.12.2020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0816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09.12.2020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046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09.12.2020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8099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09.12.2020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3461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09.12.2020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4016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09.12.2020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4140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09.12.2020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8227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09.12.2020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4248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09.12.2020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1919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09.12.2020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67832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09.12.2020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547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09.12.2020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655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09.12.2020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79367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09.12.2020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4206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90DFD24-2ACC-49DB-8D87-02B6FEA69FAB}" type="datetimeFigureOut">
              <a:rPr lang="ru-RU" smtClean="0"/>
              <a:t>09.12.2020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8730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jpeg"/><Relationship Id="rId17" Type="http://schemas.openxmlformats.org/officeDocument/2006/relationships/image" Target="../media/image33.png"/><Relationship Id="rId2" Type="http://schemas.openxmlformats.org/officeDocument/2006/relationships/image" Target="../media/image18.jpeg"/><Relationship Id="rId16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jpeg"/><Relationship Id="rId4" Type="http://schemas.openxmlformats.org/officeDocument/2006/relationships/image" Target="../media/image20.jpeg"/><Relationship Id="rId9" Type="http://schemas.openxmlformats.org/officeDocument/2006/relationships/image" Target="../media/image25.png"/><Relationship Id="rId14" Type="http://schemas.openxmlformats.org/officeDocument/2006/relationships/image" Target="../media/image3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err="1" smtClean="0"/>
              <a:t>Лр</a:t>
            </a:r>
            <a:r>
              <a:rPr lang="ru-RU" dirty="0" smtClean="0"/>
              <a:t> 1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1859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8855" y="0"/>
            <a:ext cx="10058400" cy="836141"/>
          </a:xfrm>
        </p:spPr>
        <p:txBody>
          <a:bodyPr/>
          <a:lstStyle/>
          <a:p>
            <a:r>
              <a:rPr lang="ru-RU" smtClean="0"/>
              <a:t>Задание 1</a:t>
            </a:r>
            <a:endParaRPr lang="ru-RU" dirty="0"/>
          </a:p>
        </p:txBody>
      </p:sp>
      <p:pic>
        <p:nvPicPr>
          <p:cNvPr id="7" name="Рисунок 6" descr="Изображение с палитрой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6609" y="1449536"/>
            <a:ext cx="9730646" cy="39442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98394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8855" y="0"/>
            <a:ext cx="10058400" cy="836141"/>
          </a:xfrm>
        </p:spPr>
        <p:txBody>
          <a:bodyPr/>
          <a:lstStyle/>
          <a:p>
            <a:r>
              <a:rPr lang="ru-RU" dirty="0" smtClean="0"/>
              <a:t>Задание 2</a:t>
            </a:r>
            <a:endParaRPr lang="ru-RU" dirty="0"/>
          </a:p>
        </p:txBody>
      </p:sp>
      <p:pic>
        <p:nvPicPr>
          <p:cNvPr id="14" name="Рисунок 13" descr="Загадки и тайны пустыни Сахара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374" y="1018246"/>
            <a:ext cx="2369808" cy="1325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Рисунок 14"/>
          <p:cNvPicPr/>
          <p:nvPr/>
        </p:nvPicPr>
        <p:blipFill rotWithShape="1">
          <a:blip r:embed="rId3"/>
          <a:srcRect l="45858" t="16419" r="18386" b="45870"/>
          <a:stretch/>
        </p:blipFill>
        <p:spPr bwMode="auto">
          <a:xfrm>
            <a:off x="3782407" y="1018246"/>
            <a:ext cx="2369808" cy="13121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6" name="Рисунок 15" descr="93bd00 hex color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1006" y="2399534"/>
            <a:ext cx="973894" cy="1090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Рисунок 16"/>
          <p:cNvPicPr/>
          <p:nvPr/>
        </p:nvPicPr>
        <p:blipFill rotWithShape="1">
          <a:blip r:embed="rId5"/>
          <a:srcRect l="34954" t="17702" r="7963" b="22780"/>
          <a:stretch/>
        </p:blipFill>
        <p:spPr bwMode="auto">
          <a:xfrm>
            <a:off x="6224902" y="1018246"/>
            <a:ext cx="2408764" cy="131834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8" name="Рисунок 17" descr="3a539b hex color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5021" y="2404494"/>
            <a:ext cx="973894" cy="1090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Рисунок 18"/>
          <p:cNvPicPr/>
          <p:nvPr/>
        </p:nvPicPr>
        <p:blipFill>
          <a:blip r:embed="rId7"/>
          <a:stretch>
            <a:fillRect/>
          </a:stretch>
        </p:blipFill>
        <p:spPr>
          <a:xfrm>
            <a:off x="8758491" y="988977"/>
            <a:ext cx="2408764" cy="1344519"/>
          </a:xfrm>
          <a:prstGeom prst="rect">
            <a:avLst/>
          </a:prstGeom>
        </p:spPr>
      </p:pic>
      <p:pic>
        <p:nvPicPr>
          <p:cNvPr id="20" name="Рисунок 19" descr="be90d4 hex color"/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5922" y="2423063"/>
            <a:ext cx="973894" cy="1090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Рисунок 20"/>
          <p:cNvPicPr/>
          <p:nvPr/>
        </p:nvPicPr>
        <p:blipFill>
          <a:blip r:embed="rId9"/>
          <a:stretch>
            <a:fillRect/>
          </a:stretch>
        </p:blipFill>
        <p:spPr>
          <a:xfrm>
            <a:off x="5416136" y="4268025"/>
            <a:ext cx="2408764" cy="1347064"/>
          </a:xfrm>
          <a:prstGeom prst="rect">
            <a:avLst/>
          </a:prstGeom>
        </p:spPr>
      </p:pic>
      <p:pic>
        <p:nvPicPr>
          <p:cNvPr id="22" name="Рисунок 21" descr="HEX color #5F5A5A, Color name: Zambezi, RGB(95,90,90), Windows: 5921375. -  HTML CSS Color"/>
          <p:cNvPicPr/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299800" y="5810245"/>
            <a:ext cx="675960" cy="693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7" name="Рисунок 3" descr="Загадки и тайны пустыни Сахар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76625" cy="231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Рисунок 7" descr="93bd00 hex colo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2875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Рисунок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857" t="16418" r="18385" b="45869"/>
          <a:stretch>
            <a:fillRect/>
          </a:stretch>
        </p:blipFill>
        <p:spPr bwMode="auto">
          <a:xfrm>
            <a:off x="0" y="0"/>
            <a:ext cx="34671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Рисунок 8" descr="3a539b hex color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2875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Рисунок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53" t="17702" r="7964" b="22780"/>
          <a:stretch>
            <a:fillRect/>
          </a:stretch>
        </p:blipFill>
        <p:spPr bwMode="auto">
          <a:xfrm>
            <a:off x="0" y="0"/>
            <a:ext cx="3543300" cy="23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Рисунок 10" descr="be90d4 hex color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2875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Рисунок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33775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Рисунок 11" descr="HEX color #5F5A5A, Color name: Zambezi, RGB(95,90,90), Windows: 5921375. -  HTML CSS Color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 flipH="1">
            <a:off x="0" y="0"/>
            <a:ext cx="1552575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Рисунок 6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33775" cy="235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5383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8855" y="0"/>
            <a:ext cx="10058400" cy="836141"/>
          </a:xfrm>
        </p:spPr>
        <p:txBody>
          <a:bodyPr/>
          <a:lstStyle/>
          <a:p>
            <a:r>
              <a:rPr lang="ru-RU" dirty="0" smtClean="0"/>
              <a:t>Задание 3</a:t>
            </a:r>
            <a:endParaRPr lang="ru-RU" dirty="0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1428750" y="1119438"/>
            <a:ext cx="3390900" cy="55245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915380" y="611607"/>
            <a:ext cx="268509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Вариант   - 6 Мебель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083" name="Рисунок 12" descr="Koltuk Loveseat Club Стул, Честер, синий, угол, мебель png | PNGW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93" t="8353" r="21959" b="5666"/>
          <a:stretch>
            <a:fillRect/>
          </a:stretch>
        </p:blipFill>
        <p:spPr bwMode="auto">
          <a:xfrm>
            <a:off x="1108855" y="1933825"/>
            <a:ext cx="15525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Рисунок 13" descr="Игровые кресла Офисные и письменные стулья Мебель Видео игры, модные  кресла, угол, мебель png | PNGEg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1430" y="1924497"/>
            <a:ext cx="1638300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1" name="Рисунок 14" descr="Отдельные модули, полки, шкафы и парты - Шкаф модель-0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4955" y="1914972"/>
            <a:ext cx="1943100" cy="16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Рисунок 16" descr="стол пластиковый cutout PNG &amp; clipart images | PNGFuel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8055" y="1883891"/>
            <a:ext cx="19812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9" name="Рисунок 17" descr="Бильярдный стол 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1045" y="1709987"/>
            <a:ext cx="3133725" cy="211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2"/>
          <p:cNvSpPr>
            <a:spLocks noChangeArrowheads="1"/>
          </p:cNvSpPr>
          <p:nvPr/>
        </p:nvSpPr>
        <p:spPr bwMode="auto">
          <a:xfrm>
            <a:off x="1287865" y="83614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0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Вариант   - 6 Мебель</a:t>
            </a:r>
            <a:endParaRPr kumimoji="0" lang="ru-RU" altLang="ru-RU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4878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8855" y="0"/>
            <a:ext cx="10058400" cy="836141"/>
          </a:xfrm>
        </p:spPr>
        <p:txBody>
          <a:bodyPr/>
          <a:lstStyle/>
          <a:p>
            <a:r>
              <a:rPr lang="ru-RU" dirty="0" smtClean="0"/>
              <a:t>Задание 4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662050" y="836141"/>
            <a:ext cx="526118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Выполнить плакат - Цветовой планшет Серый.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 descr="Сервиз, 18 предметов, темно-серый IKEA ДИНЕРА 904.239.91 купить в Минске,  цена 129 рублей - Интернет магазин aIKEA.by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617" y="1343972"/>
            <a:ext cx="1660310" cy="1660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425617" y="3051909"/>
            <a:ext cx="1530836" cy="586440"/>
          </a:xfrm>
          <a:prstGeom prst="rect">
            <a:avLst/>
          </a:prstGeom>
        </p:spPr>
      </p:pic>
      <p:pic>
        <p:nvPicPr>
          <p:cNvPr id="8" name="Рисунок 7" descr="Porland Набор десертных тарелок 18 см (4 предмета), тёмно-серый - купить по  супер цене в Домельер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2068" y="1343973"/>
            <a:ext cx="1910626" cy="1273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Рисунок 8"/>
          <p:cNvPicPr/>
          <p:nvPr/>
        </p:nvPicPr>
        <p:blipFill>
          <a:blip r:embed="rId5"/>
          <a:stretch>
            <a:fillRect/>
          </a:stretch>
        </p:blipFill>
        <p:spPr>
          <a:xfrm>
            <a:off x="2710980" y="2994757"/>
            <a:ext cx="1576533" cy="677833"/>
          </a:xfrm>
          <a:prstGeom prst="rect">
            <a:avLst/>
          </a:prstGeom>
        </p:spPr>
      </p:pic>
      <p:pic>
        <p:nvPicPr>
          <p:cNvPr id="10" name="Рисунок 9" descr="Набор из трех предметов Hot Pot шапка, коврик, рукавица, серый 41184 -  цена, отзывы, характеристики, фото - купить в Москве и РФ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1571" y="1334447"/>
            <a:ext cx="1805016" cy="1622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Рисунок 10"/>
          <p:cNvPicPr/>
          <p:nvPr/>
        </p:nvPicPr>
        <p:blipFill>
          <a:blip r:embed="rId7"/>
          <a:stretch>
            <a:fillRect/>
          </a:stretch>
        </p:blipFill>
        <p:spPr>
          <a:xfrm>
            <a:off x="5043968" y="2994757"/>
            <a:ext cx="1561301" cy="624520"/>
          </a:xfrm>
          <a:prstGeom prst="rect">
            <a:avLst/>
          </a:prstGeom>
        </p:spPr>
      </p:pic>
      <p:pic>
        <p:nvPicPr>
          <p:cNvPr id="12" name="Рисунок 11" descr="ROZETKA | Набор аксессуаров для ванной комнаты PLANET Welle 2 предмета серый.  Цена, купить Набор аксессуаров для ванной комнаты PLANET Welle 2 предмета  серый в Киеве, Харькове, Днепропетровске, Одессе, Запорожье, Львове. Набор"/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2817" y="1334446"/>
            <a:ext cx="1702198" cy="1622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Рисунок 12"/>
          <p:cNvPicPr/>
          <p:nvPr/>
        </p:nvPicPr>
        <p:blipFill>
          <a:blip r:embed="rId9"/>
          <a:stretch>
            <a:fillRect/>
          </a:stretch>
        </p:blipFill>
        <p:spPr>
          <a:xfrm>
            <a:off x="7190337" y="2994759"/>
            <a:ext cx="1576533" cy="632136"/>
          </a:xfrm>
          <a:prstGeom prst="rect">
            <a:avLst/>
          </a:prstGeom>
        </p:spPr>
      </p:pic>
      <p:pic>
        <p:nvPicPr>
          <p:cNvPr id="14" name="Рисунок 13" descr="CB6 Комплект посуды серый (10 предметов) 🌟 купить в Москве | CB6 Комплект  посуды серый (10 предметов) от Garda Decor по низкой цене 4 137 руб и с  бесплатной доставкой 🚚 в интернет-магазине BasicDecor"/>
          <p:cNvPicPr/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5533" y="1343973"/>
            <a:ext cx="1880162" cy="115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Рисунок 14"/>
          <p:cNvPicPr/>
          <p:nvPr/>
        </p:nvPicPr>
        <p:blipFill>
          <a:blip r:embed="rId11"/>
          <a:stretch>
            <a:fillRect/>
          </a:stretch>
        </p:blipFill>
        <p:spPr>
          <a:xfrm>
            <a:off x="9355756" y="3004282"/>
            <a:ext cx="1568917" cy="609288"/>
          </a:xfrm>
          <a:prstGeom prst="rect">
            <a:avLst/>
          </a:prstGeom>
        </p:spPr>
      </p:pic>
      <p:pic>
        <p:nvPicPr>
          <p:cNvPr id="16" name="Рисунок 15" descr="Коврик Autoprofi Groove TER-150l GY длинная ванночка заднего ряда, 1 предмет,  127х45см, серый купить в Артеме по цене: 1 635₽ — объявление от компании  &quot;АвтоШик - сеть автомагазинов и СТО&quot; | ФарПост"/>
          <p:cNvPicPr/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03" y="3799418"/>
            <a:ext cx="1606998" cy="1606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Рисунок 16"/>
          <p:cNvPicPr/>
          <p:nvPr/>
        </p:nvPicPr>
        <p:blipFill>
          <a:blip r:embed="rId13"/>
          <a:stretch>
            <a:fillRect/>
          </a:stretch>
        </p:blipFill>
        <p:spPr>
          <a:xfrm>
            <a:off x="372303" y="5406416"/>
            <a:ext cx="1561301" cy="639753"/>
          </a:xfrm>
          <a:prstGeom prst="rect">
            <a:avLst/>
          </a:prstGeom>
        </p:spPr>
      </p:pic>
      <p:pic>
        <p:nvPicPr>
          <p:cNvPr id="18" name="Рисунок 17" descr="Кухонные принадлежности, 5 предмет, серый IKEA ФУЛЛЭНДАД 404.359.44 купить  в Минске, цена 16 рублей - Интернет магазин"/>
          <p:cNvPicPr/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4394" y="3799419"/>
            <a:ext cx="1628218" cy="1606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Рисунок 18"/>
          <p:cNvPicPr/>
          <p:nvPr/>
        </p:nvPicPr>
        <p:blipFill>
          <a:blip r:embed="rId15"/>
          <a:stretch>
            <a:fillRect/>
          </a:stretch>
        </p:blipFill>
        <p:spPr>
          <a:xfrm>
            <a:off x="2414394" y="5406416"/>
            <a:ext cx="1971675" cy="828675"/>
          </a:xfrm>
          <a:prstGeom prst="rect">
            <a:avLst/>
          </a:prstGeom>
        </p:spPr>
      </p:pic>
      <p:pic>
        <p:nvPicPr>
          <p:cNvPr id="20" name="Рисунок 19" descr="Чайный сервиз на 6 персон 15 предметов &quot;Сабина /Серый орнамент&quot; / 158944  купить в Москве | «Посуда Богемия»"/>
          <p:cNvPicPr/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374" y="3799418"/>
            <a:ext cx="1503647" cy="1535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Рисунок 20"/>
          <p:cNvPicPr/>
          <p:nvPr/>
        </p:nvPicPr>
        <p:blipFill>
          <a:blip r:embed="rId17"/>
          <a:stretch>
            <a:fillRect/>
          </a:stretch>
        </p:blipFill>
        <p:spPr>
          <a:xfrm>
            <a:off x="4866859" y="5359579"/>
            <a:ext cx="1905000" cy="73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890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8855" y="0"/>
            <a:ext cx="10058400" cy="836141"/>
          </a:xfrm>
        </p:spPr>
        <p:txBody>
          <a:bodyPr/>
          <a:lstStyle/>
          <a:p>
            <a:r>
              <a:rPr lang="ru-RU" dirty="0" smtClean="0"/>
              <a:t>Задание 5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288648" y="91822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Показать варианты использования заданного цвета в дизайне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</a:rPr>
              <a:t>web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-страниц или мобильных приложений</a:t>
            </a:r>
            <a:endParaRPr lang="ru-RU" dirty="0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197630" y="1750802"/>
            <a:ext cx="5940425" cy="4324985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6138055" y="1958090"/>
            <a:ext cx="5940425" cy="354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091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Темно серый шаблон сайта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474" y="268983"/>
            <a:ext cx="3644759" cy="60770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6509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84309" y="95491"/>
            <a:ext cx="10018713" cy="1752599"/>
          </a:xfrm>
        </p:spPr>
        <p:txBody>
          <a:bodyPr/>
          <a:lstStyle/>
          <a:p>
            <a:r>
              <a:rPr lang="ru-RU" dirty="0"/>
              <a:t>ВЫВОДЫ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84309" y="1741024"/>
            <a:ext cx="10018713" cy="3124201"/>
          </a:xfrm>
        </p:spPr>
        <p:txBody>
          <a:bodyPr/>
          <a:lstStyle/>
          <a:p>
            <a:pPr algn="just"/>
            <a:r>
              <a:rPr lang="ru-RU" dirty="0"/>
              <a:t>В ходе выполнения лабораторной работы были изучены основные методики создания графического пользовательского интерфейса. Приобретены навыки разработки интерфейса пользователя для приложений. А также научиться подбирать цветовые палитры под заданные образы и получено представление о возможностях цвета в реально существующих объектах.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234022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араллакс">
  <a:themeElements>
    <a:clrScheme name="Параллакс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Параллакс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Параллакс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Параллакс</Template>
  <TotalTime>11</TotalTime>
  <Words>81</Words>
  <Application>Microsoft Office PowerPoint</Application>
  <PresentationFormat>Широкоэкранный</PresentationFormat>
  <Paragraphs>12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Corbel</vt:lpstr>
      <vt:lpstr>Times New Roman</vt:lpstr>
      <vt:lpstr>Параллакс</vt:lpstr>
      <vt:lpstr>Лр 1</vt:lpstr>
      <vt:lpstr>Задание 1</vt:lpstr>
      <vt:lpstr>Задание 2</vt:lpstr>
      <vt:lpstr>Задание 3</vt:lpstr>
      <vt:lpstr>Задание 4</vt:lpstr>
      <vt:lpstr>Задание 5</vt:lpstr>
      <vt:lpstr>Презентация PowerPoint</vt:lpstr>
      <vt:lpstr>ВЫВОДЫ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Лр 1</dc:title>
  <dc:creator>Пользователь Windows</dc:creator>
  <cp:lastModifiedBy>Пользователь Windows</cp:lastModifiedBy>
  <cp:revision>3</cp:revision>
  <dcterms:created xsi:type="dcterms:W3CDTF">2020-12-09T20:42:03Z</dcterms:created>
  <dcterms:modified xsi:type="dcterms:W3CDTF">2020-12-09T20:58:00Z</dcterms:modified>
</cp:coreProperties>
</file>