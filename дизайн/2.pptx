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5" r:id="rId4"/>
    <p:sldId id="26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0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9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0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2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4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83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7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36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DFD24-2ACC-49DB-8D87-02B6FEA69FAB}" type="datetimeFigureOut">
              <a:rPr lang="ru-RU" smtClean="0"/>
              <a:t>21.12.2020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47777" y="1380068"/>
            <a:ext cx="9755246" cy="2616199"/>
          </a:xfrm>
        </p:spPr>
        <p:txBody>
          <a:bodyPr/>
          <a:lstStyle/>
          <a:p>
            <a:r>
              <a:rPr lang="ru-RU" dirty="0" smtClean="0"/>
              <a:t>Лабораторная работа №2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Выполнил:</a:t>
            </a:r>
          </a:p>
          <a:p>
            <a:r>
              <a:rPr lang="ru-RU" dirty="0" smtClean="0"/>
              <a:t>Гусев В.Я.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8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3391" y="582225"/>
            <a:ext cx="118293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рассмотренное программное обеспечение создать копию дизайна любой понравившейся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-страницы.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408" y="1090056"/>
            <a:ext cx="8375336" cy="557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9272" y="582225"/>
            <a:ext cx="118293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рассмотренное программное обеспечение создать копию дизайна любой понравившейся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-страницы.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08855" y="1418366"/>
            <a:ext cx="10222632" cy="4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6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09" y="1903070"/>
            <a:ext cx="10018713" cy="3124201"/>
          </a:xfrm>
        </p:spPr>
        <p:txBody>
          <a:bodyPr/>
          <a:lstStyle/>
          <a:p>
            <a:r>
              <a:rPr lang="ru-RU" dirty="0"/>
              <a:t>В ходе выполнения лабораторной работы были изучены основные методики создания графического пользовательского интерфейса. Приобретены навыки разработки интерфейса пользователя для приложений. А также научиться подбирать цветовые палитры под заданные образы и получено представление о возможностях цвета в реально существующих объектах.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4175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Параллакс</Template>
  <TotalTime>53</TotalTime>
  <Words>78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Times New Roman</vt:lpstr>
      <vt:lpstr>Параллакс</vt:lpstr>
      <vt:lpstr>Лабораторная работа №2</vt:lpstr>
      <vt:lpstr>Задание 1</vt:lpstr>
      <vt:lpstr>Задание 2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</dc:title>
  <dc:creator>Пользователь Windows</dc:creator>
  <cp:lastModifiedBy>Пользователь Windows</cp:lastModifiedBy>
  <cp:revision>7</cp:revision>
  <dcterms:created xsi:type="dcterms:W3CDTF">2020-12-09T20:42:03Z</dcterms:created>
  <dcterms:modified xsi:type="dcterms:W3CDTF">2020-12-21T18:58:54Z</dcterms:modified>
</cp:coreProperties>
</file>