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sldIdLst>
    <p:sldId id="256" r:id="rId2"/>
    <p:sldId id="257" r:id="rId3"/>
    <p:sldId id="265" r:id="rId4"/>
    <p:sldId id="266" r:id="rId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3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3091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548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2751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0816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046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099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3461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4016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414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8227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42484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919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67832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547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655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9367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4206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90DFD24-2ACC-49DB-8D87-02B6FEA69FAB}" type="datetimeFigureOut">
              <a:rPr lang="ru-RU" smtClean="0"/>
              <a:t>15.12.2020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8730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47777" y="1380068"/>
            <a:ext cx="9755246" cy="2616199"/>
          </a:xfrm>
        </p:spPr>
        <p:txBody>
          <a:bodyPr/>
          <a:lstStyle/>
          <a:p>
            <a:r>
              <a:rPr lang="ru-RU" dirty="0" smtClean="0"/>
              <a:t>Лабораторная работа №2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Выполнил:</a:t>
            </a:r>
          </a:p>
          <a:p>
            <a:r>
              <a:rPr lang="ru-RU" dirty="0" smtClean="0"/>
              <a:t>Гусев В.Я.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11859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smtClean="0"/>
              <a:t>Задание 1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23391" y="582225"/>
            <a:ext cx="11829327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spcAft>
                <a:spcPts val="800"/>
              </a:spcAft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Используя рассмотренное программное обеспечение создать копию дизайна любой понравившейся </a:t>
            </a:r>
            <a:r>
              <a:rPr lang="ru-RU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web</a:t>
            </a: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-страницы.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303" y="836140"/>
            <a:ext cx="8435502" cy="5583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394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dirty="0" smtClean="0"/>
              <a:t>Задание 2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59272" y="582225"/>
            <a:ext cx="11829327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spcAft>
                <a:spcPts val="800"/>
              </a:spcAft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Используя рассмотренное программное обеспечение создать копию дизайна любой понравившейся </a:t>
            </a:r>
            <a:r>
              <a:rPr lang="ru-RU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web</a:t>
            </a: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-страницы.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1108855" y="1418366"/>
            <a:ext cx="10222632" cy="47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269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84310" y="0"/>
            <a:ext cx="10018713" cy="1752599"/>
          </a:xfrm>
        </p:spPr>
        <p:txBody>
          <a:bodyPr/>
          <a:lstStyle/>
          <a:p>
            <a:r>
              <a:rPr lang="ru-RU" dirty="0" smtClean="0"/>
              <a:t>Выводы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84309" y="1903070"/>
            <a:ext cx="10018713" cy="3124201"/>
          </a:xfrm>
        </p:spPr>
        <p:txBody>
          <a:bodyPr/>
          <a:lstStyle/>
          <a:p>
            <a:r>
              <a:rPr lang="ru-RU" dirty="0"/>
              <a:t>В ходе выполнения лабораторной работы были изучены основные методики создания графического пользовательского интерфейса. Приобретены навыки разработки интерфейса пользователя для приложений. А также научиться подбирать цветовые палитры под заданные образы и получено представление о возможностях цвета в реально существующих объектах.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41750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араллакс">
  <a:themeElements>
    <a:clrScheme name="Параллакс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Параллакс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Параллакс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Параллакс</Template>
  <TotalTime>52</TotalTime>
  <Words>78</Words>
  <Application>Microsoft Office PowerPoint</Application>
  <PresentationFormat>Широкоэкранный</PresentationFormat>
  <Paragraphs>9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9" baseType="lpstr">
      <vt:lpstr>Arial</vt:lpstr>
      <vt:lpstr>Calibri</vt:lpstr>
      <vt:lpstr>Corbel</vt:lpstr>
      <vt:lpstr>Times New Roman</vt:lpstr>
      <vt:lpstr>Параллакс</vt:lpstr>
      <vt:lpstr>Лабораторная работа №2</vt:lpstr>
      <vt:lpstr>Задание 1</vt:lpstr>
      <vt:lpstr>Задание 2</vt:lpstr>
      <vt:lpstr>Выводы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Лр 1</dc:title>
  <dc:creator>Пользователь Windows</dc:creator>
  <cp:lastModifiedBy>Пользователь Windows</cp:lastModifiedBy>
  <cp:revision>6</cp:revision>
  <dcterms:created xsi:type="dcterms:W3CDTF">2020-12-09T20:42:03Z</dcterms:created>
  <dcterms:modified xsi:type="dcterms:W3CDTF">2020-12-15T21:28:08Z</dcterms:modified>
</cp:coreProperties>
</file>