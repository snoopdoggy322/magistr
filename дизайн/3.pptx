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3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09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54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75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81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4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099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46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01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14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22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24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919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783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47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936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20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0DFD24-2ACC-49DB-8D87-02B6FEA69FAB}" type="datetimeFigureOut">
              <a:rPr lang="ru-RU" smtClean="0"/>
              <a:t>16.12.2020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730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reddi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Лабораторная работа №3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</a:t>
            </a:r>
            <a:r>
              <a:rPr lang="en-US" dirty="0" smtClean="0"/>
              <a:t>:</a:t>
            </a:r>
          </a:p>
          <a:p>
            <a:r>
              <a:rPr lang="ru-RU" dirty="0" smtClean="0"/>
              <a:t>Гусев В.Я.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185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smtClean="0"/>
              <a:t>Задание 1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365662" y="903895"/>
            <a:ext cx="1242648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SzPts val="1100"/>
            </a:pPr>
            <a:r>
              <a:rPr lang="ru-RU" u="sng" dirty="0" smtClean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reddit.com</a:t>
            </a:r>
            <a:r>
              <a:rPr lang="ru-RU" u="sng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/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197630" y="1367292"/>
            <a:ext cx="6203950" cy="3552825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4"/>
          <a:stretch>
            <a:fillRect/>
          </a:stretch>
        </p:blipFill>
        <p:spPr>
          <a:xfrm>
            <a:off x="197630" y="5093050"/>
            <a:ext cx="5940425" cy="1256665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6577893" y="4549277"/>
            <a:ext cx="5297732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Модульная сетка использовалась, многоколонная, так как горизонтальные блоки могут быть различной высоты, в зависимости от контента в них. Правило внутреннего и внешнего используется, как и правило контраста.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Рисунок 13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634" y="2125376"/>
            <a:ext cx="2009140" cy="655320"/>
          </a:xfrm>
          <a:prstGeom prst="rect">
            <a:avLst/>
          </a:prstGeom>
        </p:spPr>
      </p:pic>
      <p:pic>
        <p:nvPicPr>
          <p:cNvPr id="15" name="Рисунок 14"/>
          <p:cNvPicPr/>
          <p:nvPr/>
        </p:nvPicPr>
        <p:blipFill>
          <a:blip r:embed="rId6"/>
          <a:stretch>
            <a:fillRect/>
          </a:stretch>
        </p:blipFill>
        <p:spPr>
          <a:xfrm>
            <a:off x="8226634" y="2780696"/>
            <a:ext cx="2000250" cy="1504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8394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smtClean="0"/>
              <a:t>Задание 1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55557" y="686528"/>
            <a:ext cx="39707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SzPts val="1100"/>
              <a:buFont typeface="Times New Roman" panose="02020603050405020304" pitchFamily="18" charset="0"/>
              <a:buAutoNum type="arabicParenR"/>
            </a:pPr>
            <a:r>
              <a:rPr lang="en-US" dirty="0" err="1"/>
              <a:t>Мобильное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 smtClean="0"/>
              <a:t>FaceBook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1494447" y="1430835"/>
            <a:ext cx="2292985" cy="4038600"/>
          </a:xfrm>
          <a:prstGeom prst="rect">
            <a:avLst/>
          </a:prstGeom>
        </p:spPr>
      </p:pic>
      <p:pic>
        <p:nvPicPr>
          <p:cNvPr id="17" name="Рисунок 16"/>
          <p:cNvPicPr/>
          <p:nvPr/>
        </p:nvPicPr>
        <p:blipFill>
          <a:blip r:embed="rId3"/>
          <a:stretch>
            <a:fillRect/>
          </a:stretch>
        </p:blipFill>
        <p:spPr>
          <a:xfrm>
            <a:off x="4626324" y="3464510"/>
            <a:ext cx="1076325" cy="1047750"/>
          </a:xfrm>
          <a:prstGeom prst="rect">
            <a:avLst/>
          </a:prstGeom>
        </p:spPr>
      </p:pic>
      <p:pic>
        <p:nvPicPr>
          <p:cNvPr id="18" name="Рисунок 17" descr="White / Белый / #ffffff / #fff Схемы Шестнадцатеричных Кодов Цветов,  Графики, Палитры и Краски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986" y="3502610"/>
            <a:ext cx="100965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Рисунок 18"/>
          <p:cNvPicPr/>
          <p:nvPr/>
        </p:nvPicPr>
        <p:blipFill>
          <a:blip r:embed="rId5"/>
          <a:stretch>
            <a:fillRect/>
          </a:stretch>
        </p:blipFill>
        <p:spPr>
          <a:xfrm>
            <a:off x="6745636" y="3502610"/>
            <a:ext cx="1012190" cy="101917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4626324" y="4512260"/>
            <a:ext cx="6096000" cy="139698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Модульная сетка использовалась. </a:t>
            </a:r>
            <a:endParaRPr lang="ru-RU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Правило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внутреннего и внешнего используется, как и правило контраста.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969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860752" y="2021338"/>
            <a:ext cx="11158796" cy="167232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289200" y="3693666"/>
            <a:ext cx="1697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Исходный блок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8200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289200" y="3693666"/>
            <a:ext cx="2527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 в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671955" y="2015948"/>
            <a:ext cx="11656951" cy="150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53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685727" y="1202682"/>
            <a:ext cx="10016278" cy="385999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513735" y="5062676"/>
            <a:ext cx="1180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Вариант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7397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08855" y="2002118"/>
            <a:ext cx="10855135" cy="151658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547989" y="3518704"/>
            <a:ext cx="1180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Вариант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8102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981844" y="836141"/>
            <a:ext cx="10312421" cy="474889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621846" y="5698166"/>
            <a:ext cx="1237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Вариант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975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556925" y="5605569"/>
            <a:ext cx="142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Вариант 3+4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55" y="1553920"/>
            <a:ext cx="10665886" cy="314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83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84309" y="1903070"/>
            <a:ext cx="10018713" cy="3124201"/>
          </a:xfrm>
        </p:spPr>
        <p:txBody>
          <a:bodyPr/>
          <a:lstStyle/>
          <a:p>
            <a:r>
              <a:rPr lang="ru-RU" dirty="0"/>
              <a:t>В ходе выполнения лабораторной работы были изучены основные методики создания графического пользовательского интерфейса. Приобретены навыки разработки интерфейса пользователя для приложений. А также научиться подбирать цветовые палитры под заданные образы и получено представление о возможностях цвета в реально существующих объектах.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41750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араллакс">
  <a:themeElements>
    <a:clrScheme name="Параллакс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Параллакс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Параллакс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Параллакс</Template>
  <TotalTime>24</TotalTime>
  <Words>136</Words>
  <Application>Microsoft Office PowerPoint</Application>
  <PresentationFormat>Широкоэкранный</PresentationFormat>
  <Paragraphs>24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Corbel</vt:lpstr>
      <vt:lpstr>Times New Roman</vt:lpstr>
      <vt:lpstr>Параллакс</vt:lpstr>
      <vt:lpstr>Лабораторная работа №3</vt:lpstr>
      <vt:lpstr>Задание 1</vt:lpstr>
      <vt:lpstr>Задание 1</vt:lpstr>
      <vt:lpstr>Задание 2</vt:lpstr>
      <vt:lpstr>Задание 2</vt:lpstr>
      <vt:lpstr>Задание 2</vt:lpstr>
      <vt:lpstr>Задание 2</vt:lpstr>
      <vt:lpstr>Задание 2</vt:lpstr>
      <vt:lpstr>Задание 2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Лр 1</dc:title>
  <dc:creator>Пользователь Windows</dc:creator>
  <cp:lastModifiedBy>Пользователь Windows</cp:lastModifiedBy>
  <cp:revision>6</cp:revision>
  <dcterms:created xsi:type="dcterms:W3CDTF">2020-12-09T20:42:03Z</dcterms:created>
  <dcterms:modified xsi:type="dcterms:W3CDTF">2020-12-15T21:33:16Z</dcterms:modified>
</cp:coreProperties>
</file>